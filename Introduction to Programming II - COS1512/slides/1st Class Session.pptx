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6" r:id="rId3"/>
    <p:sldId id="265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44" d="100"/>
          <a:sy n="44" d="100"/>
        </p:scale>
        <p:origin x="222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41363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6429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72060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32963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61337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98504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46513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88907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02182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09795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85231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38951E-0A73-476C-B990-BA3D65A812C5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5834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3E509FF9-BDD9-A1BF-5237-538EDDB6B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BA4A3A-9CBD-44CA-33BC-CBAF4E859677}"/>
              </a:ext>
            </a:extLst>
          </p:cNvPr>
          <p:cNvSpPr txBox="1"/>
          <p:nvPr/>
        </p:nvSpPr>
        <p:spPr>
          <a:xfrm>
            <a:off x="0" y="65927"/>
            <a:ext cx="68580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COS1512 – 1</a:t>
            </a:r>
            <a:r>
              <a:rPr lang="en-US" sz="34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 Online Class Session</a:t>
            </a:r>
            <a:endParaRPr lang="en-ZA" sz="3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44F4B-5D92-BFC5-653C-CD4E349F6C3A}"/>
              </a:ext>
            </a:extLst>
          </p:cNvPr>
          <p:cNvSpPr txBox="1">
            <a:spLocks/>
          </p:cNvSpPr>
          <p:nvPr/>
        </p:nvSpPr>
        <p:spPr>
          <a:xfrm>
            <a:off x="467916" y="2469624"/>
            <a:ext cx="5915025" cy="24833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/>
              <a:t>COS1512 – INTRODUCTION TO PROGRAMMING II</a:t>
            </a:r>
            <a:endParaRPr lang="en-ZA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CD2F3-FE1E-ECCE-5428-E1525056D51E}"/>
              </a:ext>
            </a:extLst>
          </p:cNvPr>
          <p:cNvSpPr txBox="1">
            <a:spLocks/>
          </p:cNvSpPr>
          <p:nvPr/>
        </p:nvSpPr>
        <p:spPr>
          <a:xfrm>
            <a:off x="467916" y="5789289"/>
            <a:ext cx="5915025" cy="857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i="1" dirty="0"/>
              <a:t>Academic Year: 2026</a:t>
            </a:r>
          </a:p>
          <a:p>
            <a:r>
              <a:rPr lang="en-US" sz="2400" b="1" i="1" dirty="0"/>
              <a:t>Date: 13 APRIL 2026</a:t>
            </a:r>
            <a:endParaRPr lang="en-ZA" sz="2400" b="1" i="1" dirty="0"/>
          </a:p>
        </p:txBody>
      </p:sp>
    </p:spTree>
    <p:extLst>
      <p:ext uri="{BB962C8B-B14F-4D97-AF65-F5344CB8AC3E}">
        <p14:creationId xmlns:p14="http://schemas.microsoft.com/office/powerpoint/2010/main" val="496593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A1252-968A-A97A-6796-E8553F19B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7BF1D3AB-2F2A-1FCB-96ED-9EF33DE562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2EFCF2-CB78-E497-F9BE-A5AC45242B2A}"/>
              </a:ext>
            </a:extLst>
          </p:cNvPr>
          <p:cNvSpPr txBox="1"/>
          <p:nvPr/>
        </p:nvSpPr>
        <p:spPr>
          <a:xfrm>
            <a:off x="0" y="65927"/>
            <a:ext cx="6858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Responsible Academics</a:t>
            </a:r>
            <a:endParaRPr lang="en-ZA" sz="3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E19299-7E0C-EB3F-6C39-08CDCDA7A501}"/>
              </a:ext>
            </a:extLst>
          </p:cNvPr>
          <p:cNvSpPr txBox="1">
            <a:spLocks/>
          </p:cNvSpPr>
          <p:nvPr/>
        </p:nvSpPr>
        <p:spPr>
          <a:xfrm>
            <a:off x="467916" y="2469624"/>
            <a:ext cx="5915025" cy="24833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/>
              <a:t>Primary Lecturer: Mr. SET Lehong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602D-94A4-AD8F-019E-D2D062AF4298}"/>
              </a:ext>
            </a:extLst>
          </p:cNvPr>
          <p:cNvSpPr txBox="1">
            <a:spLocks/>
          </p:cNvSpPr>
          <p:nvPr/>
        </p:nvSpPr>
        <p:spPr>
          <a:xfrm>
            <a:off x="467916" y="5789289"/>
            <a:ext cx="5915025" cy="857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i="1" dirty="0"/>
              <a:t>Academic Year: 2026</a:t>
            </a:r>
          </a:p>
          <a:p>
            <a:r>
              <a:rPr lang="en-US" sz="2400" b="1" i="1" dirty="0"/>
              <a:t>Date: 13 APRIL 2026</a:t>
            </a:r>
            <a:endParaRPr lang="en-ZA" sz="2400" b="1" i="1" dirty="0"/>
          </a:p>
          <a:p>
            <a:endParaRPr lang="en-ZA" b="1" i="1" dirty="0"/>
          </a:p>
        </p:txBody>
      </p:sp>
    </p:spTree>
    <p:extLst>
      <p:ext uri="{BB962C8B-B14F-4D97-AF65-F5344CB8AC3E}">
        <p14:creationId xmlns:p14="http://schemas.microsoft.com/office/powerpoint/2010/main" val="2591327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96479-A413-8675-1420-F8841938E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42B06527-2694-9C69-4805-EB1A384FB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0EB1BB-59FC-7FE2-149E-EA9B51BD3772}"/>
              </a:ext>
            </a:extLst>
          </p:cNvPr>
          <p:cNvSpPr txBox="1"/>
          <p:nvPr/>
        </p:nvSpPr>
        <p:spPr>
          <a:xfrm>
            <a:off x="0" y="65927"/>
            <a:ext cx="6858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  <a:endParaRPr lang="en-ZA" sz="3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CEE3F64-FCDF-434A-96F2-4DC4D28B76A6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Welcome to COS1512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Study Materials and Prescribed Books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myModules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TUT101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Software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Assessments and Due Dates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Student Support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Student Queries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Student Issues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 Online Class Schedules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/>
              <a:t> The </a:t>
            </a:r>
            <a:r>
              <a:rPr lang="en-US" sz="2800" b="1" dirty="0"/>
              <a:t>next class session</a:t>
            </a:r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752133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a9a8b8c-3ea3-4799-a43e-5510398e7a3b}" enabled="0" method="" siteId="{ca9a8b8c-3ea3-4799-a43e-5510398e7a3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2843</TotalTime>
  <Words>70</Words>
  <Application>Microsoft Office PowerPoint</Application>
  <PresentationFormat>A4 Paper (210x297 mm)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Duraan, Franciska</dc:creator>
  <cp:lastModifiedBy>Sewisha Thabo Lehong</cp:lastModifiedBy>
  <cp:revision>28</cp:revision>
  <dcterms:created xsi:type="dcterms:W3CDTF">2023-03-27T09:07:22Z</dcterms:created>
  <dcterms:modified xsi:type="dcterms:W3CDTF">2026-04-13T18:29:44Z</dcterms:modified>
</cp:coreProperties>
</file>